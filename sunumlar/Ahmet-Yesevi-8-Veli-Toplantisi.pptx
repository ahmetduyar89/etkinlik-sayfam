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5079f0d52d4901" /><Relationship Type="http://schemas.openxmlformats.org/officeDocument/2006/relationships/extended-properties" Target="/docProps/app.xml" Id="Rdae2afaaa6e74290" /><Relationship Type="http://schemas.openxmlformats.org/officeDocument/2006/relationships/officeDocument" Target="/ppt/presentation.xml" Id="Rc63947a392254f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4d122282f44571"/>
  </p:sldMasterIdLst>
  <p:notesMasterIdLst>
    <p:notesMasterId xmlns:r="http://schemas.openxmlformats.org/officeDocument/2006/relationships" r:id="R075d213504d141d0"/>
  </p:notesMasterIdLst>
  <p:sldIdLst>
    <p:sldId xmlns:r="http://schemas.openxmlformats.org/officeDocument/2006/relationships" id="256" r:id="Rb27f2a7925a44df3"/>
    <p:sldId xmlns:r="http://schemas.openxmlformats.org/officeDocument/2006/relationships" id="257" r:id="R31d3292190004b0e"/>
    <p:sldId xmlns:r="http://schemas.openxmlformats.org/officeDocument/2006/relationships" id="258" r:id="R4b0bd630183c4823"/>
    <p:sldId xmlns:r="http://schemas.openxmlformats.org/officeDocument/2006/relationships" id="259" r:id="R096003b04ff24d9d"/>
    <p:sldId xmlns:r="http://schemas.openxmlformats.org/officeDocument/2006/relationships" id="260" r:id="Rfb8d61ce0043411f"/>
    <p:sldId xmlns:r="http://schemas.openxmlformats.org/officeDocument/2006/relationships" id="261" r:id="Rb4bfbdf5ec32496b"/>
    <p:sldId xmlns:r="http://schemas.openxmlformats.org/officeDocument/2006/relationships" id="262" r:id="Rdd3d9c865c78479f"/>
    <p:sldId xmlns:r="http://schemas.openxmlformats.org/officeDocument/2006/relationships" id="263" r:id="R5be373c2a29d4569"/>
    <p:sldId xmlns:r="http://schemas.openxmlformats.org/officeDocument/2006/relationships" id="264" r:id="R26dec3621fff47e9"/>
    <p:sldId xmlns:r="http://schemas.openxmlformats.org/officeDocument/2006/relationships" id="265" r:id="Rf73af2fbced24d29"/>
    <p:sldId xmlns:r="http://schemas.openxmlformats.org/officeDocument/2006/relationships" id="266" r:id="Rcc0805603bcd46ee"/>
    <p:sldId xmlns:r="http://schemas.openxmlformats.org/officeDocument/2006/relationships" id="267" r:id="R8246a6a869a54dad"/>
    <p:sldId xmlns:r="http://schemas.openxmlformats.org/officeDocument/2006/relationships" id="268" r:id="R221500acefdd4600"/>
    <p:sldId xmlns:r="http://schemas.openxmlformats.org/officeDocument/2006/relationships" id="269" r:id="Rb15df9d0702642c3"/>
    <p:sldId xmlns:r="http://schemas.openxmlformats.org/officeDocument/2006/relationships" id="270" r:id="R745e52bac0b04d1d"/>
    <p:sldId xmlns:r="http://schemas.openxmlformats.org/officeDocument/2006/relationships" id="271" r:id="R0dbb33ee3bd142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ba56a7850b4915" /><Relationship Type="http://schemas.openxmlformats.org/officeDocument/2006/relationships/slideMaster" Target="/ppt/slideMasters/slideMaster1.xml" Id="R594d122282f44571" /><Relationship Type="http://schemas.openxmlformats.org/officeDocument/2006/relationships/notesMaster" Target="/ppt/notesMasters/notesMaster1.xml" Id="R075d213504d141d0" /><Relationship Type="http://schemas.openxmlformats.org/officeDocument/2006/relationships/presProps" Target="/ppt/presProps.xml" Id="R2b2383b27f344865" /><Relationship Type="http://schemas.openxmlformats.org/officeDocument/2006/relationships/tableStyles" Target="/ppt/tableStyles.xml" Id="R299b860b9cfe4333" /><Relationship Type="http://schemas.openxmlformats.org/officeDocument/2006/relationships/slide" Target="/ppt/slides/slide1.xml" Id="Rb27f2a7925a44df3" /><Relationship Type="http://schemas.openxmlformats.org/officeDocument/2006/relationships/slide" Target="/ppt/slides/slide2.xml" Id="R31d3292190004b0e" /><Relationship Type="http://schemas.openxmlformats.org/officeDocument/2006/relationships/slide" Target="/ppt/slides/slide3.xml" Id="R4b0bd630183c4823" /><Relationship Type="http://schemas.openxmlformats.org/officeDocument/2006/relationships/slide" Target="/ppt/slides/slide4.xml" Id="R096003b04ff24d9d" /><Relationship Type="http://schemas.openxmlformats.org/officeDocument/2006/relationships/slide" Target="/ppt/slides/slide5.xml" Id="Rfb8d61ce0043411f" /><Relationship Type="http://schemas.openxmlformats.org/officeDocument/2006/relationships/slide" Target="/ppt/slides/slide6.xml" Id="Rb4bfbdf5ec32496b" /><Relationship Type="http://schemas.openxmlformats.org/officeDocument/2006/relationships/slide" Target="/ppt/slides/slide7.xml" Id="Rdd3d9c865c78479f" /><Relationship Type="http://schemas.openxmlformats.org/officeDocument/2006/relationships/slide" Target="/ppt/slides/slide8.xml" Id="R5be373c2a29d4569" /><Relationship Type="http://schemas.openxmlformats.org/officeDocument/2006/relationships/slide" Target="/ppt/slides/slide9.xml" Id="R26dec3621fff47e9" /><Relationship Type="http://schemas.openxmlformats.org/officeDocument/2006/relationships/slide" Target="/ppt/slides/slide10.xml" Id="Rf73af2fbced24d29" /><Relationship Type="http://schemas.openxmlformats.org/officeDocument/2006/relationships/slide" Target="/ppt/slides/slide11.xml" Id="Rcc0805603bcd46ee" /><Relationship Type="http://schemas.openxmlformats.org/officeDocument/2006/relationships/slide" Target="/ppt/slides/slide12.xml" Id="R8246a6a869a54dad" /><Relationship Type="http://schemas.openxmlformats.org/officeDocument/2006/relationships/slide" Target="/ppt/slides/slide13.xml" Id="R221500acefdd4600" /><Relationship Type="http://schemas.openxmlformats.org/officeDocument/2006/relationships/slide" Target="/ppt/slides/slide14.xml" Id="Rb15df9d0702642c3" /><Relationship Type="http://schemas.openxmlformats.org/officeDocument/2006/relationships/slide" Target="/ppt/slides/slide15.xml" Id="R745e52bac0b04d1d" /><Relationship Type="http://schemas.openxmlformats.org/officeDocument/2006/relationships/slide" Target="/ppt/slides/slide16.xml" Id="R0dbb33ee3bd142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3ec176f62d47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2230e377f2430a" /><Relationship Type="http://schemas.openxmlformats.org/officeDocument/2006/relationships/notesMaster" Target="/ppt/notesMasters/notesMaster1.xml" Id="R5d1c63607c1c4c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378eb90a0d45ef" /><Relationship Type="http://schemas.openxmlformats.org/officeDocument/2006/relationships/notesMaster" Target="/ppt/notesMasters/notesMaster1.xml" Id="R9c4abcd10c6f4a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01bc2e0d214f57" /><Relationship Type="http://schemas.openxmlformats.org/officeDocument/2006/relationships/notesMaster" Target="/ppt/notesMasters/notesMaster1.xml" Id="Rd4b4d7afad3f4a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39a86f5afa4f29" /><Relationship Type="http://schemas.openxmlformats.org/officeDocument/2006/relationships/notesMaster" Target="/ppt/notesMasters/notesMaster1.xml" Id="R7ab2c593fdd749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1e6ea663d94453" /><Relationship Type="http://schemas.openxmlformats.org/officeDocument/2006/relationships/notesMaster" Target="/ppt/notesMasters/notesMaster1.xml" Id="R7f4086fb765d4d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34c95b6de448e7" /><Relationship Type="http://schemas.openxmlformats.org/officeDocument/2006/relationships/notesMaster" Target="/ppt/notesMasters/notesMaster1.xml" Id="Rcc4e322fc56b4d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f72ef4b1824c37" /><Relationship Type="http://schemas.openxmlformats.org/officeDocument/2006/relationships/notesMaster" Target="/ppt/notesMasters/notesMaster1.xml" Id="R667766d851ec40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edb68ed9ce43b0" /><Relationship Type="http://schemas.openxmlformats.org/officeDocument/2006/relationships/notesMaster" Target="/ppt/notesMasters/notesMaster1.xml" Id="R587b484f1d8b42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629cb987184298" /><Relationship Type="http://schemas.openxmlformats.org/officeDocument/2006/relationships/notesMaster" Target="/ppt/notesMasters/notesMaster1.xml" Id="R15c608cfbbc447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27e64c70ec4665" /><Relationship Type="http://schemas.openxmlformats.org/officeDocument/2006/relationships/notesMaster" Target="/ppt/notesMasters/notesMaster1.xml" Id="R3997bed3544147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33225887c24d12" /><Relationship Type="http://schemas.openxmlformats.org/officeDocument/2006/relationships/notesMaster" Target="/ppt/notesMasters/notesMaster1.xml" Id="R0ba08ab7c0704a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d82c49612b48f5" /><Relationship Type="http://schemas.openxmlformats.org/officeDocument/2006/relationships/notesMaster" Target="/ppt/notesMasters/notesMaster1.xml" Id="R64673848e9214e5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cac10ced58e4239" /><Relationship Type="http://schemas.openxmlformats.org/officeDocument/2006/relationships/notesMaster" Target="/ppt/notesMasters/notesMaster1.xml" Id="Rea62319a64894b1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1948357f55845e9" /><Relationship Type="http://schemas.openxmlformats.org/officeDocument/2006/relationships/notesMaster" Target="/ppt/notesMasters/notesMaster1.xml" Id="R174436f34615454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f8e698c4164dc0" /><Relationship Type="http://schemas.openxmlformats.org/officeDocument/2006/relationships/notesMaster" Target="/ppt/notesMasters/notesMaster1.xml" Id="Rdcb449b5c32f410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f154589b0bd491b" /><Relationship Type="http://schemas.openxmlformats.org/officeDocument/2006/relationships/notesMaster" Target="/ppt/notesMasters/notesMaster1.xml" Id="Rf50bea0917244a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sağladığı sınıf adı, gündem ve Kalem Vakfı Okulları logosu. Toplantı tarihi belirtilmemiştir.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slayttaki uygulamalar veli ve öğrenci için öneridir. Kuruma özgü kontrol ve imza düzeni öğretmen tarafından açıklanmalıdır.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Kullanıcı sınav adlarının açılımlarını ve kurumun soru türlerini vermemiştir. Aşağıdaki alanlar resmi okul bilgisiyle doldurulmalıdır. Çoktan seçmeli ve açık uçlu ifadeleri yalnızca genel soru türü örnekleridir.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Puan aralığı, başarı düzeyleri, soru sayıları, süreler ve varsa yanlış yanıtların etkisi kurumdan doğrulanmalıdır. Bu sunum herhangi bir puanlama sistemi varsaymaz.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sağladığı 8. sınıflar yazılı takvimi görseli. Bakanlık ve il ortak sınavlarına ilişkin not kullanıcı tarafından verilmiştir. Tarihler ayrıca araştırılmamıştır.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Seyahatin tarihi, güzergâhı, ücreti ve katılım koşulları kullanıcı tarafından verilmemiştir. Bu slayt bilgilendirme alanı olarak hazırlanmıştır.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Görev kapsamı öneridir. Sınıf öğretmeni ve veliler toplantıda mutabakat sağlayabilir.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Maddeler örnektir. Mevcut okul ve sınıf kurallarıyla uyumlu biçimde öğrenci ve velilerle birlikte kararlaştırılmalıdır.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Kitap listesi, süre ve takip düzeni paylaşılmadığından bu slayt genel uygulama önerileri içerir.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Kullanıcı anlaşmalı kurum adlarını ve avantajlarını paylaşmamıştır. Tablo, okulun güncel onaylı listesiyle doldurulmalıdır.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verdiği idari hatırlatma. Bu slayt veli sunumunun ardından öğretmen eki olarak tutulabilir. Herhangi bir teslim işlemi yapılmamıştır.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Kullanıcının paylaştığı özgün 8. sınıflar yazılı takvimi görseli.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7731c3675d41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b4acb969f2431b" /><Relationship Type="http://schemas.openxmlformats.org/officeDocument/2006/relationships/slideLayout" Target="/ppt/slideLayouts/slideLayout1.xml" Id="Ra9c0ad4591c041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c0ad4591c041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750b78bd74554" /><Relationship Type="http://schemas.openxmlformats.org/officeDocument/2006/relationships/image" Target="/ppt/media/image.png" Id="Rc611dda057d84dac" /><Relationship Type="http://schemas.openxmlformats.org/officeDocument/2006/relationships/notesSlide" Target="/ppt/notesSlides/notesSlide1.xml" Id="Rb307e60d87d546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03fda29694257" /><Relationship Type="http://schemas.openxmlformats.org/officeDocument/2006/relationships/notesSlide" Target="/ppt/notesSlides/notesSlide2.xml" Id="R87c42dafabe946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282f9443a4d19" /><Relationship Type="http://schemas.openxmlformats.org/officeDocument/2006/relationships/notesSlide" Target="/ppt/notesSlides/notesSlide3.xml" Id="Rbb878694ae9a4b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ce83adf8d4060" /><Relationship Type="http://schemas.openxmlformats.org/officeDocument/2006/relationships/notesSlide" Target="/ppt/notesSlides/notesSlide4.xml" Id="R00bfa76b6d2946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17201466a44c3" /><Relationship Type="http://schemas.openxmlformats.org/officeDocument/2006/relationships/notesSlide" Target="/ppt/notesSlides/notesSlide5.xml" Id="Ra49a76158ffb4f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9bacc2b7945e7" /><Relationship Type="http://schemas.openxmlformats.org/officeDocument/2006/relationships/notesSlide" Target="/ppt/notesSlides/notesSlide6.xml" Id="Rfc1f5cceaff04c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fb69089fd480e" /><Relationship Type="http://schemas.openxmlformats.org/officeDocument/2006/relationships/notesSlide" Target="/ppt/notesSlides/notesSlide7.xml" Id="R7334e32440d948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5cbb85c2d4557" /><Relationship Type="http://schemas.openxmlformats.org/officeDocument/2006/relationships/notesSlide" Target="/ppt/notesSlides/notesSlide8.xml" Id="R900cc4792e5844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ff926bdf046a9" /><Relationship Type="http://schemas.openxmlformats.org/officeDocument/2006/relationships/notesSlide" Target="/ppt/notesSlides/notesSlide9.xml" Id="R876b372e52da42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2fb6854a94e84" /><Relationship Type="http://schemas.openxmlformats.org/officeDocument/2006/relationships/notesSlide" Target="/ppt/notesSlides/notesSlide10.xml" Id="R9ed4821b215b46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1d77eaf2b47eb" /><Relationship Type="http://schemas.openxmlformats.org/officeDocument/2006/relationships/notesSlide" Target="/ppt/notesSlides/notesSlide11.xml" Id="R241b4c1b351e41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20657ba80429f" /><Relationship Type="http://schemas.openxmlformats.org/officeDocument/2006/relationships/notesSlide" Target="/ppt/notesSlides/notesSlide12.xml" Id="Rea5d5d7d55a4494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d7cdb335849cb" /><Relationship Type="http://schemas.openxmlformats.org/officeDocument/2006/relationships/notesSlide" Target="/ppt/notesSlides/notesSlide13.xml" Id="R454b7d8441ef4fb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2b4aa4a8a44c7" /><Relationship Type="http://schemas.openxmlformats.org/officeDocument/2006/relationships/notesSlide" Target="/ppt/notesSlides/notesSlide14.xml" Id="R27bac9c072d3441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186b6a1e54a74" /><Relationship Type="http://schemas.openxmlformats.org/officeDocument/2006/relationships/notesSlide" Target="/ppt/notesSlides/notesSlide15.xml" Id="Rf1d0a12901cd423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4af43a0a2466f" /><Relationship Type="http://schemas.openxmlformats.org/officeDocument/2006/relationships/image" Target="/ppt/media/image2.png" Id="Ra44191ce101e49cd" /><Relationship Type="http://schemas.openxmlformats.org/officeDocument/2006/relationships/notesSlide" Target="/ppt/notesSlides/notesSlide16.xml" Id="R1f67526cdf0646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1dda057d84dac"/>
          <a:stretch xmlns:a="http://schemas.openxmlformats.org/drawingml/2006/main"/>
        </p:blipFill>
        <p:spPr>
          <a:xfrm xmlns:a="http://schemas.openxmlformats.org/drawingml/2006/main">
            <a:off x="7467600" y="1728721"/>
            <a:ext cx="3905250" cy="230518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34144-9D67-4E98-ACF4-F2C81451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Veli Toplantısı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56001-7011-40D3-912B-EF7E7FCE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638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A2F07-C8E2-4911-9751-897D70D6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2026–2027 Eğitim Öğretim Yılı</a:t>
            </a:r>
          </a:p>
        </p:txBody>
      </p:sp>
    </p:spTree>
    <p:extLst>
      <p:ext uri="{BB962C8B-B14F-4D97-AF65-F5344CB8AC3E}">
        <p14:creationId xmlns:p14="http://schemas.microsoft.com/office/powerpoint/2010/main" val="11159683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CA407-19B1-448F-B46C-60D7CF95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Toplantı gündemi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9BDD7-D67D-43D9-A60A-6ED6027F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6C013-32ED-4263-82A7-4579AADD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BACC4-6B39-4868-B947-E579EE68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Öğrenme ve takip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C2E1E-2A01-4066-B437-9EB7E1C0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668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Katılım ve iş birliği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E2931-8240-4C1F-B57E-9768146B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85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Akıl Defteri</a:t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BDD–HDS–LDD sınavları</a:t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2–11 Kasım yazılı takvimi</a:t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Güzel okuma programı</a:t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Ev ve sınıf anayasaları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FA639-0E00-4417-B597-D29631C5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62200"/>
            <a:ext cx="485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Bosna–Hersek seyahati</a:t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Sınıf annesinin seçimi</a:t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Ana-baba okulu</a:t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Okul–aile iş birliği</a:t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Anlaşmalı kurumlar</a:t>
            </a:r>
          </a:p>
        </p:txBody>
      </p:sp>
    </p:spTree>
    <p:extLst>
      <p:ext uri="{BB962C8B-B14F-4D97-AF65-F5344CB8AC3E}">
        <p14:creationId xmlns:p14="http://schemas.microsoft.com/office/powerpoint/2010/main" val="4803762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C87E3-5F30-4FEC-A84F-AD1B81C6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Akıl Defteri kullanımı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A6509-2AA0-4EDC-9439-601D5FA3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7201D-3FCC-4CED-823E-968D0F06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8F758-0F0B-4A6F-8C78-BB3CEB23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F4978-D2E0-41DA-B128-872ED877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Öğrenci, ödevlerini ve teslim tarihlerini her gün kaydeder.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BA6ED-DDE2-4E2F-AED9-E6FEB129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90C0C-A03C-48F2-8349-B18F87B7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Akşam kısa bir kontrol, unutulan görevleri fark etmeyi kolaylaştırır.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355A6-9F6B-4F92-8E35-DA85D97E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0B3D6-4D60-41CA-B5EF-467416D1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052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Veli, sorumluluğu öğrencide bırakarak düzenli takibe destek olur.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E19A7-28A5-434C-BFFC-C47F3D7D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4BFF6-A99F-45EE-8B6F-FD843529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767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Tamamlanmayan çalışmalar öğretmenle zamanında paylaşılır.</a:t>
            </a:r>
          </a:p>
        </p:txBody>
      </p:sp>
    </p:spTree>
    <p:extLst>
      <p:ext uri="{BB962C8B-B14F-4D97-AF65-F5344CB8AC3E}">
        <p14:creationId xmlns:p14="http://schemas.microsoft.com/office/powerpoint/2010/main" val="1692289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7315B-3F86-49B2-B49A-6DF9E085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BDD–HDS–LDD: soru türleri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FC60C-A08B-4725-BD0E-CD088B72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554FA-4040-4627-B6BB-0BE0AFE6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8629650"/>
              </a:tblGrid>
              <a:tr h="6429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Sınav</a:t>
                      </a:r>
                    </a:p>
                  </a:txBody>
                  <a:tcPr marL="91440" marR="91440" marT="45720" marB="45720">
                    <a:solidFill>
                      <a:srgbClr val="153B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Soru türü ve kapsamı</a:t>
                      </a:r>
                    </a:p>
                  </a:txBody>
                  <a:tcPr marL="91440" marR="91440" marT="45720" marB="45720">
                    <a:solidFill>
                      <a:srgbClr val="153B5A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BDD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Okulun açıklaması: 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HDS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Okulun açıklaması: …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LDD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Okulun açıklaması: 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BC0FD-2EB2-437D-8936-22147237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Soru türü örnekleri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57B841-04B3-4846-9E31-813FFD5B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Çoktan seçmeli sorularda seçenekler arasından yanıt seçilir.</a:t>
            </a:r>
          </a:p>
          <a:p xmlns:a="http://schemas.openxmlformats.org/drawingml/2006/main">
            <a:pPr>
              <a:defRPr sz="1950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Açık uçlu sorularda yanıt, işlem veya gerekçe öğrenci tarafından yazılır.</a:t>
            </a:r>
          </a:p>
        </p:txBody>
      </p:sp>
    </p:spTree>
    <p:extLst>
      <p:ext uri="{BB962C8B-B14F-4D97-AF65-F5344CB8AC3E}">
        <p14:creationId xmlns:p14="http://schemas.microsoft.com/office/powerpoint/2010/main" val="12217860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24CDF-6B5D-47CA-8FB8-495F4537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BDD–HDS–LDD: ölçek ve sonuçlar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FDE96-1EE8-40B5-9C3E-BA803647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850E0-0935-4BC2-9C27-0D5AF994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666875"/>
          <a:ext xmlns:a="http://schemas.openxmlformats.org/drawingml/2006/main" cx="108204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476750"/>
                <a:gridCol w="4629150"/>
              </a:tblGrid>
              <a:tr h="6786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Sınav</a:t>
                      </a:r>
                    </a:p>
                  </a:txBody>
                  <a:tcPr marL="91440" marR="91440" marT="45720" marB="45720">
                    <a:solidFill>
                      <a:srgbClr val="153B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Puan aralığı / ölçek</a:t>
                      </a:r>
                    </a:p>
                  </a:txBody>
                  <a:tcPr marL="91440" marR="91440" marT="45720" marB="45720">
                    <a:solidFill>
                      <a:srgbClr val="153B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Değerlendirme ölçütü</a:t>
                      </a:r>
                    </a:p>
                  </a:txBody>
                  <a:tcPr marL="91440" marR="91440" marT="45720" marB="45720">
                    <a:solidFill>
                      <a:srgbClr val="153B5A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BDD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Okulun açıklaması: 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Okulun açıklaması: 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HDS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Okulun açıklaması: …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Okulun açıklaması: …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LDD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Okulun açıklaması: 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Okulun açıklaması: 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2B8FF-57BD-497F-8DFC-125E1185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Sonuç görüşmesinin odağı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EF0EA-751E-43E5-AAAA-C9F0D53A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Kazanım eksikleri, öğrencinin önceki çalışmaları ve sonraki çalışma planı birlikte değerlendirilir.</a:t>
            </a:r>
          </a:p>
        </p:txBody>
      </p:sp>
    </p:spTree>
    <p:extLst>
      <p:ext uri="{BB962C8B-B14F-4D97-AF65-F5344CB8AC3E}">
        <p14:creationId xmlns:p14="http://schemas.microsoft.com/office/powerpoint/2010/main" val="6885076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D84DE-01E9-4DB5-8C3F-343EE1C6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Yazılı takvimi: 2–11 Kasım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53D16-D26E-457B-9E6A-BD0C3EB1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F2683-9D0E-409D-90F0-F4D833DA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476375"/>
          <a:ext xmlns:a="http://schemas.openxmlformats.org/drawingml/2006/main" cx="10820400" cy="3781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2667000"/>
                <a:gridCol w="5962650"/>
              </a:tblGrid>
              <a:tr h="42015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Tarih</a:t>
                      </a:r>
                    </a:p>
                  </a:txBody>
                  <a:tcPr marL="91440" marR="91440" marT="45720" marB="45720">
                    <a:solidFill>
                      <a:srgbClr val="153B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Gün</a:t>
                      </a:r>
                    </a:p>
                  </a:txBody>
                  <a:tcPr marL="91440" marR="91440" marT="45720" marB="45720">
                    <a:solidFill>
                      <a:srgbClr val="153B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Ders</a:t>
                      </a:r>
                    </a:p>
                  </a:txBody>
                  <a:tcPr marL="91440" marR="91440" marT="45720" marB="45720">
                    <a:solidFill>
                      <a:srgbClr val="153B5A"/>
                    </a:solidFill>
                  </a:tcPr>
                </a:tc>
              </a:tr>
              <a:tr h="42015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 Kasım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Pazartesi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Türkçe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015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 Kasım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Salı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Arapça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</a:tr>
              <a:tr h="42015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 Kasım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Çarşamba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Matematik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015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 Kasım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Perşembe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Fen Bilimleri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</a:tr>
              <a:tr h="42015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 Kasım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Din Kültürü ve Ahlak Bilgisi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015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 Kasım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Pazartesi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İngilizce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</a:tr>
              <a:tr h="42015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 Kasım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Salı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İnkılap Tarihi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015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 Kasım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Çarşamba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Osmanlı Türkçesi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DA2C8-A726-4D62-B3CE-46114A0A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Bakanlık ortak sınav tarihleri açıklanmıştır. İl ortak sınavları açıklandığı takdirde yazılı günlerinde değişiklik olabilecektir.</a:t>
            </a:r>
          </a:p>
        </p:txBody>
      </p:sp>
    </p:spTree>
    <p:extLst>
      <p:ext uri="{BB962C8B-B14F-4D97-AF65-F5344CB8AC3E}">
        <p14:creationId xmlns:p14="http://schemas.microsoft.com/office/powerpoint/2010/main" val="909836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AD1CA-528B-45EE-BA45-27EB40DC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Bosna–Hersek seyahati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1E904-B4AB-48A8-ADA1-1FE282F5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D7544-86C2-433F-BC73-AA803150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669B2-FBCE-4C50-8D2E-1645EAB7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Program bilgileri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A2058-7E5C-485B-BA7B-0707CA64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668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Katılım bilgileri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1AC30-F584-4414-A4D5-28779A30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85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Tarih ve süre: 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Güzergâh ve ziyaretler: 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Ulaşım ve konaklama: 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EF644-70D4-45D0-9DFC-8542952B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62200"/>
            <a:ext cx="485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Ücret ve ödeme takvimi: 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Başvuru ve son tarih: 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Gerekli belgeler ve sorumlu kişi: 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97168-7B18-498E-9164-A49EC1D3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Kesin program ve katılım koşulları okulun duyurusuyla netleşecektir.</a:t>
            </a:r>
          </a:p>
        </p:txBody>
      </p:sp>
    </p:spTree>
    <p:extLst>
      <p:ext uri="{BB962C8B-B14F-4D97-AF65-F5344CB8AC3E}">
        <p14:creationId xmlns:p14="http://schemas.microsoft.com/office/powerpoint/2010/main" val="5703078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BAC3C-D0FF-4E96-A92B-7721456B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Sınıf annesinin seçimi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E2CF8-4818-496E-9740-299DDA11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821B4-94F6-4DD8-95CB-F21BD5BB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960B6-0980-4390-BBD2-D837628A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25707-C4DA-4098-B585-BF06B73E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Gönüllü adaylar belirlenir ve velilerin görüşü alınır.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F5167-7F3E-4679-8293-CA317060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97450-BC6A-4372-88E4-713C3896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Temsilci, öğretmenle koordinasyon içinde ortak duyurulara destek olur.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4B763-AE5C-4A4A-A588-FDD82B1F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40DAA-B13F-4E71-A8BA-58EAABE2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052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Öğrenciye özel konular doğrudan öğretmenle görüşülür.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EF54D-07AE-4665-A0BE-2F8C4857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Seçilen veli: …………………………    Görev dönemi: 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7288405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75DB3-36DD-4FBC-9E33-8F28BCC8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Ana-baba okuluna katılım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D555D-ED1D-4B9A-907C-C4B96339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9118F-8F2E-4B69-8352-42C92AE1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69A07-9CF8-423A-88CB-A566DCF7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Katılımın önemi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58696-E5BA-4B8E-AE43-399DBF03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668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Aileden beklenen destek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32329-97C8-41F2-8B4F-C3DC1257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85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Çocuğun ihtiyaçlarını anlamak için ortak bir konuşma zemini oluşturur.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Ailelerin deneyimlerini paylaşmasına ve okulun yaklaşımını tanımasına fırsat verir.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2369B-F36D-4B5E-8D5C-C550D99E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62200"/>
            <a:ext cx="485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Duyurulan oturumlara düzenli katılım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Ele alınan önerileri evde değerlendirme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Soruları ve gözlemleri öğretmenle paylaşma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2D112-843F-4B17-839C-B655809C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Program, tarih ve başvuru bilgisi: okul duyurusu</a:t>
            </a:r>
          </a:p>
        </p:txBody>
      </p:sp>
    </p:spTree>
    <p:extLst>
      <p:ext uri="{BB962C8B-B14F-4D97-AF65-F5344CB8AC3E}">
        <p14:creationId xmlns:p14="http://schemas.microsoft.com/office/powerpoint/2010/main" val="1606634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6236F-DA79-4FD3-83AD-E720ABB3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Ev ve sınıf anayasaları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0952E-B721-4317-B258-2B1E747C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0F639-D8FA-41B9-B3E7-63444E7B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5B480-2050-4259-A4FA-198A1793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Evde ortak kurallar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40844-3E16-4B23-B52B-5ED6177C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668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Sınıfta ortak kurallar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FBCAB-CFA8-404D-9045-D0A8A921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85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Ders, okuma ve dinlenme için düzenli zaman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Ekran kullanımında birlikte belirlenen sınırlar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Yaşa uygun ev sorumlulukları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D5179-0129-4801-950D-32CDC95F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62200"/>
            <a:ext cx="485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Söz hakkına ve farklı görüşlere saygı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Derse hazırlıklı ve zamanında katılım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Ortak alanları ve eşyaları özenle kullanma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5A75E-626B-416D-B94A-358C4F7C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Öneri: Az sayıda, açık ve takip edilebilir kuralı öğrenciyle birlikte belirlemek.</a:t>
            </a:r>
          </a:p>
        </p:txBody>
      </p:sp>
    </p:spTree>
    <p:extLst>
      <p:ext uri="{BB962C8B-B14F-4D97-AF65-F5344CB8AC3E}">
        <p14:creationId xmlns:p14="http://schemas.microsoft.com/office/powerpoint/2010/main" val="2360721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9BEB66-E5CC-4E61-88AC-DA92CF25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Güzel okuma programı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D203F-36FF-424F-A7CC-154D4C99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6784D-0E9F-4E64-84C2-D7580AD1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3AD07-11A9-44D2-8ED8-79BA74A0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1BB40-C6F6-4B0C-8DB1-9E7A38A5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Her gün sürdürülebilir bir okuma zamanı ayrılır.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2AE29-12CB-41F9-BEBB-BA4DA0EE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C60A9-6CF2-49EC-B26B-5A095741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Kitap seçimi öğrencinin düzeyine ve okulun programına uygun yapılır.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4EC8D-702C-4CCA-8330-A0B17E99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93BF1-95AE-4C59-9D24-190F0C11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052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Kısa sohbetlerle metnin anlamı ve öğrencinin yorumu konuşulur.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4DBBB-E9EF-459B-8F04-3DF4B344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46AAF5-91F2-4156-BDFC-4B8171CB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767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Okuma takibi, öğretmenin paylaşacağı program üzerinden yürütülür.</a:t>
            </a:r>
          </a:p>
        </p:txBody>
      </p:sp>
    </p:spTree>
    <p:extLst>
      <p:ext uri="{BB962C8B-B14F-4D97-AF65-F5344CB8AC3E}">
        <p14:creationId xmlns:p14="http://schemas.microsoft.com/office/powerpoint/2010/main" val="18688101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5B74C-3D18-463A-88EF-896C0145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Okul–aile iş birliği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8ECB2-2973-43FC-88C4-2514250E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9CAE5-1398-461D-B27D-95ECFFB7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2DD75-A76A-4465-BFF5-1A9ADBC3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591EA-5DC4-4400-95DB-DAD41FA1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Okul duyuruları düzenli takip edilir.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F7261-B9C7-4143-B6A2-70752B88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4F130-AEEE-44CC-ABE5-AF296D9E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Devamsızlık ve çalışmayı etkileyen durumlar zamanında paylaşılır.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78A91-3130-4305-BFB1-772ACD99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199B4-FC39-4203-9280-315E71E5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052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Evde ve okulda ortak beklentiler için öğretmenle görüşülür.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089E1-B019-4B24-A25B-BE63BABA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F37CB-0CCB-4E12-ABE4-794C5F6F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767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Öğrencinin gelişimi, kişisel bilgileri korunarak değerlendirilir.</a:t>
            </a:r>
          </a:p>
        </p:txBody>
      </p:sp>
    </p:spTree>
    <p:extLst>
      <p:ext uri="{BB962C8B-B14F-4D97-AF65-F5344CB8AC3E}">
        <p14:creationId xmlns:p14="http://schemas.microsoft.com/office/powerpoint/2010/main" val="14225979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DCE7D-7745-4A3B-8EEB-06D08140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Anlaşmalı kurumlar listesi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DE87D-7052-4E0A-A905-C36EA34D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87161-266D-42F2-B9B9-16DFB990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095750"/>
                <a:gridCol w="3581400"/>
              </a:tblGrid>
              <a:tr h="69056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Kurum</a:t>
                      </a:r>
                    </a:p>
                  </a:txBody>
                  <a:tcPr marL="91440" marR="91440" marT="45720" marB="45720">
                    <a:solidFill>
                      <a:srgbClr val="153B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Hizmet / avantaj</a:t>
                      </a:r>
                    </a:p>
                  </a:txBody>
                  <a:tcPr marL="91440" marR="91440" marT="45720" marB="45720">
                    <a:solidFill>
                      <a:srgbClr val="153B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Yararlanma koşulu</a:t>
                      </a:r>
                    </a:p>
                  </a:txBody>
                  <a:tcPr marL="91440" marR="91440" marT="45720" marB="45720">
                    <a:solidFill>
                      <a:srgbClr val="153B5A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…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…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…</a:t>
                      </a:r>
                    </a:p>
                  </a:txBody>
                  <a:tcPr marL="91440" marR="91440" marT="45720" marB="45720">
                    <a:solidFill>
                      <a:srgbClr val="EAF4F5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C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FA50D-2605-4AD4-9E65-1866888C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Güncel liste ve geçerlilik bilgileri okul yönetiminin paylaşımıyla tamamlanacaktır.</a:t>
            </a:r>
          </a:p>
        </p:txBody>
      </p:sp>
    </p:spTree>
    <p:extLst>
      <p:ext uri="{BB962C8B-B14F-4D97-AF65-F5344CB8AC3E}">
        <p14:creationId xmlns:p14="http://schemas.microsoft.com/office/powerpoint/2010/main" val="11767039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63C80-58C2-4929-BBAD-4606CC81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Görüşler ve toplantı kararları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9FA43-AE3F-46AB-BEDD-82F52479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6BB76-CB03-47B6-93F8-14C95371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86D86-ADCE-4BDB-86CD-3C8646C1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C401A-017E-4EA8-BC97-29E743AE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Sınıf annesi ve görev kapsamının netleştirilmesi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815A9-3E85-4D50-981E-8526B92C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B20BD-9580-47AB-AB78-20E6DFF4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Okuma ve Akıl Defteri takibinde ortak uygulamanın belirlenmesi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FA691-7050-4BC8-9499-1CD9360A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B87B8-82EB-4A52-9D55-021456E6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0522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Seyahat, sınavlar ve kurum listesi için eksik bilgilerin paylaşılması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D88F5-D4A6-4F2B-A658-E9791B69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F594E-D053-4BFB-B010-E1F5447E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76775"/>
            <a:ext cx="981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Velilerin soruları ve sınıfa özgü ek gündemler</a:t>
            </a:r>
          </a:p>
        </p:txBody>
      </p:sp>
    </p:spTree>
    <p:extLst>
      <p:ext uri="{BB962C8B-B14F-4D97-AF65-F5344CB8AC3E}">
        <p14:creationId xmlns:p14="http://schemas.microsoft.com/office/powerpoint/2010/main" val="11845490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5853C-D0AB-429B-855B-A294F1C7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Öğretmen için gündem teslim notu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99B0E2-1866-4F37-A0B6-4AE49FD5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098D5-7C5F-4520-B876-A2684107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CC668-E261-408B-A96D-99067B75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42B7C5"/>
                </a:solidFill>
                <a:latin typeface="Helvetica Neue"/>
                <a:ea typeface="Helvetica Neue"/>
                <a:cs typeface="Helvetica Neue"/>
              </a:rPr>
              <a:t>1 Ekim 2026 Perşembe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D3619-F5A8-4AE9-942A-DA5C8BA1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253C4D"/>
                </a:solidFill>
                <a:latin typeface="Helvetica Neue"/>
                <a:ea typeface="Helvetica Neue"/>
                <a:cs typeface="Helvetica Neue"/>
              </a:rPr>
              <a:t>Her sınıf öğretmeni, kendi ek gündemlerini ilave ederek toplantı gündemini idareye teslim etmelidir.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27132-5403-4369-A893-5ADAB154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Sınıfa özgü ek gündemler: …</a:t>
            </a:r>
          </a:p>
        </p:txBody>
      </p:sp>
    </p:spTree>
    <p:extLst>
      <p:ext uri="{BB962C8B-B14F-4D97-AF65-F5344CB8AC3E}">
        <p14:creationId xmlns:p14="http://schemas.microsoft.com/office/powerpoint/2010/main" val="10186829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C60CD-C3E9-453C-A379-BB9060EC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3B5A"/>
                </a:solidFill>
                <a:latin typeface="Helvetica Neue"/>
                <a:ea typeface="Helvetica Neue"/>
                <a:cs typeface="Helvetica Neue"/>
              </a:rPr>
              <a:t>Ek: paylaşılan yazılı takvimi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50587-91BD-4F25-81FD-8A842AB3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Ahmet Yesevi-8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68545-B61C-4809-9A1D-8A279151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67080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4191ce101e49cd"/>
          <a:stretch xmlns:a="http://schemas.openxmlformats.org/drawingml/2006/main"/>
        </p:blipFill>
        <p:spPr>
          <a:xfrm xmlns:a="http://schemas.openxmlformats.org/drawingml/2006/main">
            <a:off x="4207260" y="1390650"/>
            <a:ext cx="3253605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708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2026-10-02T11:34:35.8360000Z</dcterms:created>
  <dcterms:modified xsi:type="dcterms:W3CDTF">2026-10-02T11:34:35.8370000Z</dcterms:modified>
</coreProperties>
</file>